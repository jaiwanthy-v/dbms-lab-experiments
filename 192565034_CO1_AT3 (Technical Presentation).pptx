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6FA07-A722-47E5-5920-1E7C901B9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54AD7-AD52-FEB2-1EDF-78BA94278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BB9A-D465-9AAB-975D-92950CD4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4C196-8054-FB39-2E2A-605BC1282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E49DF-C505-7F58-37BF-890AF14E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38C6-445E-CAA8-21FF-A124B5551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645A1-E4CE-2613-2F3F-03D25C7EB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664AF-E257-7DCB-4C5A-478E1875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AB615-1E43-A575-CCC0-C7520360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2B56D-758A-F5EC-8EC3-B9B934CD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3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7FBE-3199-0B09-C364-B21CFF0D3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D8BFE-4F88-B507-3041-52D3AD4B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EE65A-DCFB-2B8E-9E31-06C23BA4D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CC62F-F772-0683-B06B-4DCCC6C7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2686F-4100-31DF-3548-EDAC8920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62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DE18-D834-0B1D-457F-7CFB1699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E6CB7-773F-D359-66C9-E4CCBD663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7CE6C-65FE-491F-992E-CD5DF07BE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077D1-D7D3-DF74-118A-530990A8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AFD21-68D0-1CF1-32A5-CF707699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A5259-3086-53CE-7947-3A9E40DC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315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AFBF-B675-19D1-1453-ADAEDB2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3A0F3-F6E4-E3C2-AAB6-288554132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5C868-91AD-1BA2-A0DA-0204CA344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ADFB0E-0F2A-7C68-D399-2A1DA8C01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C2BB2-03E8-CBBF-989E-5446E417E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B4C44-B2FF-BF45-4AC3-4B0E01636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D7940D-CF4A-EADD-363A-7C7BD575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B1DB2-19A4-D4C0-D76A-A43465048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61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208E2-7BB1-E7A7-FE97-8325CE1A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1F8BB-EECF-9F6A-27EE-D105DA38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E92BF-CC77-62E9-7F95-0CD5BC52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75F09-0AC0-D8D0-23F7-8104E396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51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AFD9CF-942B-760A-3D7E-C02482610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CB1F7-1965-EA17-B946-EB317B21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A3A72-2E1B-D413-1E6D-6A61DDE1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60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9E42-C092-F131-05B1-40F092631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AD1CD-5500-8A18-B89D-5B630DF0E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4C92E-F995-DFEF-2AA8-435382D1E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AAB7B-45B0-607F-15E9-EFF3F77B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40740-36D2-9807-451A-8B3259AF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068B8-F2CD-6BA5-C519-BD9A9812F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83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CAB5-E181-EED6-2BD0-264A5EB5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62702-0989-B2CD-02D2-92A678749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B73C8-D146-80F1-C54B-F0F42CD4C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9E039-5376-291F-440A-52F8CD5F0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D61E1-857B-8CA9-209C-59613AD9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F259A-2BD4-AAA6-0B3F-A74DD132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92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FE65C-DF36-543C-48C6-2FDCACC9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21A09-1AC1-F107-0B40-91B46F530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219-3ED9-D8B7-3419-4EBA0DDC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4ECC6-D852-9B7C-646B-5095B2DF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5DEE9-2325-FAE3-475E-0D4D5D7C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6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29B8C-91CE-890E-EEB1-68E56372C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CEF4E-972D-2CEB-6A4F-F2BE60481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00264-FC8B-19C0-48F2-AE6B5B2A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2F63F-0F20-25CF-1BC7-06EBF9B0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2F1C-AAFC-7BBA-D74D-8FF0CD94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75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6CAC05-B98B-3052-5DFA-583D4E37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A0B51-AB3E-8805-0629-C0A7F7CD2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93C92-2E14-F3F8-9A17-C1FAF618C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D45FC-538A-428D-8FE3-EF99D51B09C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A655A-0288-3B3C-7502-1C74B892C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C5AFB-0F10-771B-DA54-4A0FC9C5F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6B1EA-D3CF-458D-ADD0-19EC61DE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63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5B3382-4313-BEBA-B0A9-F59DF786B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277600" cy="906235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5CE02D98-39FC-8DCB-7483-975575388BA6}"/>
              </a:ext>
            </a:extLst>
          </p:cNvPr>
          <p:cNvSpPr txBox="1">
            <a:spLocks/>
          </p:cNvSpPr>
          <p:nvPr/>
        </p:nvSpPr>
        <p:spPr>
          <a:xfrm>
            <a:off x="1689473" y="2661966"/>
            <a:ext cx="8813053" cy="1010661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Database Management System (DBMS)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BB895592-69A3-415C-3FEA-9BF014F17B98}"/>
              </a:ext>
            </a:extLst>
          </p:cNvPr>
          <p:cNvSpPr txBox="1"/>
          <p:nvPr/>
        </p:nvSpPr>
        <p:spPr>
          <a:xfrm>
            <a:off x="3824842" y="4962993"/>
            <a:ext cx="9372600" cy="1072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r>
              <a:rPr lang="en-US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Jaiwanthy</a:t>
            </a:r>
            <a:r>
              <a:rPr lang="en-US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2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CSA0506 – Database Management System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849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BDD5-84E8-A621-AD0B-C64A6C1FD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DBMS?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software that allows users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store, retrieve, update, and manage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 in a structured manner.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large amounts of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into tables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CRUD operations (Create, Read, Update, Delete)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security and integrity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users simultaneously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MySQL, Oracle Database, Microsoft SQL Server, PostgreSQL, MongoDB 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346DF-AF68-E87E-53A6-B2D12D4B0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  <p:pic>
        <p:nvPicPr>
          <p:cNvPr id="6" name="Picture 5" descr="Don't connect your App to your database">
            <a:extLst>
              <a:ext uri="{FF2B5EF4-FFF2-40B4-BE49-F238E27FC236}">
                <a16:creationId xmlns:a16="http://schemas.microsoft.com/office/drawing/2014/main" id="{B28D34F8-FD24-A722-F577-0158C77B8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604" y="2847813"/>
            <a:ext cx="3684077" cy="288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6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544F09-82E1-9AF6-C52C-F49F13A8E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CC2FD6C-589F-EFE3-15CA-2FCCCF0DC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DBMS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data redundancy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consistency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security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 sharing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efficient data retrieval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backup and recovery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data integrity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concurrent access by multiple users</a:t>
            </a:r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857943-599A-7A39-ED74-60AB61B3A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1"/>
          <a:stretch>
            <a:fillRect/>
          </a:stretch>
        </p:blipFill>
        <p:spPr>
          <a:xfrm>
            <a:off x="6798745" y="1799719"/>
            <a:ext cx="4859855" cy="437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4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B0954-63E3-67BF-744B-37F612597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DBMS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duplicate data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data access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 using authentication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backup and recovery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users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accuracy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management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application development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84AC2-1685-CF21-5A80-6211B33A4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3B9CA1-8D5D-E6DF-D3F4-EC7B784D5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283491"/>
            <a:ext cx="5562600" cy="343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2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480EA9-2371-DCE8-670C-5C7D8AE08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52" y="1565328"/>
            <a:ext cx="11552695" cy="50059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55DCDC-5A82-664F-E78C-63CEC8025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7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6C0DF-D608-B47B-198E-F10389EE3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DF2ABF-CF84-1A46-AC9E-2A377F222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provides an efficient way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store, organize, and manage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ensures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security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&amp; recovery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concurrent access to the same database.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enables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accurate data retrieval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decision-making.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banking, healthcare, education, e-commerce, and other industries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a DBMS is an essential technology for managing large volumes of data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efficiently, securely, and reliably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506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27DC-D91B-E9B2-A527-FBAB9C9FB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069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154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260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Advaya Ahuja</dc:creator>
  <cp:lastModifiedBy>Advaya Ahuja</cp:lastModifiedBy>
  <cp:revision>1</cp:revision>
  <dcterms:created xsi:type="dcterms:W3CDTF">2026-07-21T03:26:13Z</dcterms:created>
  <dcterms:modified xsi:type="dcterms:W3CDTF">2026-07-21T04:02:33Z</dcterms:modified>
</cp:coreProperties>
</file>